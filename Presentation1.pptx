
<file path=[Content_Types].xml><?xml version="1.0" encoding="utf-8"?>
<Types xmlns="http://schemas.openxmlformats.org/package/2006/content-types">
  <Default Extension="jpeg" ContentType="image/jpeg"/>
  <Default Extension="pn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media/image2.png" ContentType="image/png"/>
  <Override PartName="/ppt/media/image6.png" ContentType="image/png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61" r:id="rId4"/>
    <p:sldId id="262" r:id="rId5"/>
    <p:sldId id="263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8FCEBB3E-B1C2-8313-3565-C0FD3FD21031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E4739A6-D570-92A2-EEDB-1DE830EB9AD8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3884608" y="0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AFC17C11-2BF6-4B20-B3F3-98CDDEF89ED1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12F0C36-00AD-B141-38B1-A5F54631BC6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09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C24D4EBD-9AC7-4264-C545-2F6688DF1860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685800" y="4400549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8B4FC0-1A74-DEFE-B3F9-81A385C550C3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EFBF4CE-A6A7-E8D8-4435-CFB7BA44C3AD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3ECF5249-EC01-4448-A1C7-89449EC685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0467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marR="0" lvl="0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2A56FD7-04A7-9204-CBCF-24E8C1E5ECD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5039AC-68D1-2D28-91FD-766B123685E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B68B1E3-D4BB-19DC-1334-51FAE95683E6}"/>
              </a:ext>
            </a:extLst>
          </p:cNvPr>
          <p:cNvSpPr txBox="1"/>
          <p:nvPr/>
        </p:nvSpPr>
        <p:spPr>
          <a:xfrm>
            <a:off x="3884608" y="8685208"/>
            <a:ext cx="2971800" cy="45879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0082673-CBE1-4F9C-851D-97CA8180E2A9}" type="slidenum">
              <a:t>2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E5F85-055F-887C-E31D-1CE93C52766F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524003" y="1122361"/>
            <a:ext cx="9144000" cy="2387598"/>
          </a:xfrm>
        </p:spPr>
        <p:txBody>
          <a:bodyPr anchor="b" anchorCtr="1"/>
          <a:lstStyle>
            <a:lvl1pPr algn="ctr"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BAAB44-DE42-31AE-A957-D161C5EA0DC9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524003" y="3602041"/>
            <a:ext cx="9144000" cy="1655758"/>
          </a:xfrm>
        </p:spPr>
        <p:txBody>
          <a:bodyPr anchorCtr="1"/>
          <a:lstStyle>
            <a:lvl1pPr marL="0" indent="0" algn="ctr">
              <a:buNone/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D03A1D-E569-2D7E-4BA6-927CFC4E50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4B6B316-31E3-4794-B5C2-DB3607275A55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7B5F44-939F-6234-41A3-DC04A8D8C69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CFDE34-B44A-D925-E1C4-D6219C6205D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3031793-E59D-41A1-9A36-C6A430A2C9B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93042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825161-F1FD-E288-E0B5-0309D34F8E3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8600B3-EC98-1F20-0438-EA97802F43D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5B30A0-6538-6793-14EA-8471430D5B5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712DAA1-F932-40B7-A4C1-5CEBC7775604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2661F-2243-5063-D948-E9FBCAF021D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40863F-A74D-2E4D-39CA-461C30E826C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6949F9C-FAF9-49E3-9183-094910D5BFE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8194089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7130B9-AECF-EF38-F267-335176FA240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1847" y="1709735"/>
            <a:ext cx="10515600" cy="2852735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1366F-33B8-87EF-B870-9BFE6C090AA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1847" y="4589465"/>
            <a:ext cx="10515600" cy="1500182"/>
          </a:xfrm>
        </p:spPr>
        <p:txBody>
          <a:bodyPr/>
          <a:lstStyle>
            <a:lvl1pPr marL="0" indent="0">
              <a:buNone/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1F478-8DF8-16E0-CC11-C619A06F2DD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B8867E4-827B-46E7-B6C9-49764708007D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C68A49-9850-DA87-2AF9-FD506A64574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64E35A2-F018-0DCC-01DB-B8DFEB87FB0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ACAC68-6ABF-4127-8B8E-5FF42D1216F2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05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0F697-5C70-A5AB-F96E-07396ED17F08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770524-506C-C102-5192-09495736DBDF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838203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AFA1015-6E1D-307A-97C2-807CCCF573A6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172200" y="1825627"/>
            <a:ext cx="5181603" cy="435133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6BF6E8-50EC-80F9-41FD-0AFC16E231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44F95B6-BBAF-4A6F-BD37-94518276D0D0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27B5E8E-A7D1-EEB3-682A-AEB03506142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E98659-5695-799E-65CA-51CBDFEE2FD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12EE29D-C3B4-4D94-9B44-2620C6CD612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94764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443B41-84E2-05E1-F9DC-68C4A166849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365129"/>
            <a:ext cx="10515600" cy="13255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FF9B0-29D8-89E7-4706-7EA4F6AD96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9784" y="1681160"/>
            <a:ext cx="5157782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48EFD8-AF2A-8CFC-C539-2E4141869321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839784" y="2505071"/>
            <a:ext cx="5157782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45B347-88DF-8BF6-6573-A321CFED3C8B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6172200" y="1681160"/>
            <a:ext cx="5183184" cy="823910"/>
          </a:xfrm>
        </p:spPr>
        <p:txBody>
          <a:bodyPr anchor="b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E7EECA-CA12-70B2-DAFA-56C322042C77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6172200" y="2505071"/>
            <a:ext cx="5183184" cy="3684583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0309E0B-7E02-59D5-09ED-8B8424AA01AE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8629662-1A33-4E6C-B761-DD5B91E5B192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056668B-3224-44D2-76DD-008C2C4EB4C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A50FF7-66ED-D668-0917-AC984C1243A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D9E06AB-93AB-4394-8047-6F7816EF5B65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9086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943CE1-B0BC-7471-FF77-14DE8E0466B3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7F4F49D-43E0-EC2C-CD61-FB17259CF3D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2AC4D1F-2299-47E3-887B-04D5F6A1E8B8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BCFD8BF-413D-B70B-AB36-95A008B5B152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E2851F7-79D2-F6FC-6D7A-4898B592432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AB2B7443-5C31-4319-A429-DBF16DECBE1B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D17284-A5B2-53F3-C52F-0DE3F107B8E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502D11-4707-4CA6-9424-CF1B803A72CC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588D3B3-1CDB-5514-2394-4F62397A1D1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5D6AB56-1E2C-27BC-3559-ACB53D003C6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5B30692-0946-4812-9DFC-9513B8B1C7BF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11004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A8CD25-0DBC-5893-F714-3851951B30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F7F6F-F7C1-00CA-BB94-2B9BC0431900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C6B05E-505D-0FE8-AA72-C4A5724BCA24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9CF000E-5ECE-2BC6-C64E-C68E671939F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32173FE5-973B-4046-9E53-0D01C87F72A8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A6D33D9-F5C4-564C-FC32-68CBD49EF67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07D187-F9B9-0291-7BBB-2DE49FA4D5AD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25B4F2-AF35-47BE-B01E-9CEA9DF4AC0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4060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EDFC7A-739F-9B6A-9188-0D99AB4509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9784" y="457200"/>
            <a:ext cx="3932240" cy="1600200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4ED7FD-DCFB-1898-55AE-67E8F349926B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5183184" y="987423"/>
            <a:ext cx="6172200" cy="4873623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0171719-DB4F-9057-179F-8EE244BE3A3E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839784" y="2057400"/>
            <a:ext cx="3932240" cy="3811584"/>
          </a:xfrm>
        </p:spPr>
        <p:txBody>
          <a:bodyPr/>
          <a:lstStyle>
            <a:lvl1pPr marL="0" indent="0">
              <a:buNone/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BA5D589-4436-B880-F27C-F959DD28A8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8D6D4DD-CAF5-4280-9418-35B757253E48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7BEED58-C1CF-A87A-06FC-664C41689124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E691F69-FFA3-3D79-DD9D-4F91D8CE37F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D3BCF54-448B-425E-8F95-F5B2104DFFC3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2313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2AB434-8A11-F8F6-40ED-231B03938FA5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C992B8-B181-CE34-F2DA-1C82616B3478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823E3C-0C74-22CA-A897-241A4BD477F1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91FC2A4-13F8-458B-A6F8-0E77EFE13660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5E9697-570C-724B-E85E-44A90051B747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2354C2-78A3-9688-3257-373E5BD4644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FF6A9F15-EBFE-44FD-9017-017C0028C33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2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F51891C-1B5A-1ADF-F81C-2791946B55D8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8724903" y="365129"/>
            <a:ext cx="2628899" cy="5811834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B0B171-A74E-6AB5-BD39-0E2936EFD3F2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838203" y="365129"/>
            <a:ext cx="7734296" cy="5811834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90474F-8679-CE33-96CD-015319BCC2D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F3BB1D7-44D2-4EA6-A054-F3B9A53123E9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462922-14D1-72B0-1B80-0CFE6E11F0D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EF47C1-676B-DAA4-DCA1-B01F38350138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2073E35E-66CC-4F2A-AF3E-04FB83CB14D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93740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194E73-1F0A-D865-8632-6DBB972F71C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838203" y="365129"/>
            <a:ext cx="10515600" cy="132555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rmAutofit/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0A1721-FBC1-6D9D-3894-B1EB6B090B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838203" y="1825627"/>
            <a:ext cx="10515600" cy="4351336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3D497F-5E6B-E4A2-ABDF-16FB7AB61EAF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8382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25F61C67-D936-46B8-8C97-48C49792D7CA}" type="datetime1">
              <a:rPr lang="en-US"/>
              <a:pPr lvl="0"/>
              <a:t>4/25/2026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4D379F-96AB-F550-E344-CBE19BDAD961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4038603" y="6356351"/>
            <a:ext cx="41148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1" compatLnSpc="1">
            <a:noAutofit/>
          </a:bodyPr>
          <a:lstStyle>
            <a:lvl1pPr marL="0" marR="0" lvl="0" indent="0" algn="ct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2B5991-1B6B-780E-8906-02BBC75F7C3C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8610603" y="6356351"/>
            <a:ext cx="2743200" cy="365129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ctr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898989"/>
                </a:solidFill>
                <a:uFillTx/>
                <a:latin typeface="Calibri"/>
              </a:defRPr>
            </a:lvl1pPr>
          </a:lstStyle>
          <a:p>
            <a:pPr lvl="0"/>
            <a:fld id="{1F7384C5-0BE6-4236-90A3-596C55F9A0D9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l" defTabSz="914400" rtl="0" fontAlgn="auto" hangingPunct="1">
        <a:lnSpc>
          <a:spcPct val="9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uFillTx/>
          <a:latin typeface="Calibri Light"/>
        </a:defRPr>
      </a:lvl1pPr>
    </p:titleStyle>
    <p:bodyStyle>
      <a:lvl1pPr marL="228600" marR="0" lvl="0" indent="-228600" algn="l" defTabSz="914400" rtl="0" fontAlgn="auto" hangingPunct="1">
        <a:lnSpc>
          <a:spcPct val="90000"/>
        </a:lnSpc>
        <a:spcBef>
          <a:spcPts val="1000"/>
        </a:spcBef>
        <a:spcAft>
          <a:spcPts val="0"/>
        </a:spcAft>
        <a:buSzPct val="100000"/>
        <a:buFont typeface="Arial" pitchFamily="34"/>
        <a:buChar char="•"/>
        <a:tabLst/>
        <a:defRPr lang="en-US" sz="2800" b="0" i="0" u="none" strike="noStrike" kern="1200" cap="none" spc="0" baseline="0">
          <a:solidFill>
            <a:srgbClr val="000000"/>
          </a:solidFill>
          <a:uFillTx/>
          <a:latin typeface="Calibri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388DFD-496A-2731-C42D-55AAB46B52A6}"/>
              </a:ext>
            </a:extLst>
          </p:cNvPr>
          <p:cNvSpPr txBox="1"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188120A-977D-8A12-47F5-89DD9743D1B8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8">
            <a:extLst>
              <a:ext uri="{FF2B5EF4-FFF2-40B4-BE49-F238E27FC236}">
                <a16:creationId xmlns:a16="http://schemas.microsoft.com/office/drawing/2014/main" id="{7E343FEB-42E3-615A-E1C7-4A3B602FF3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0597" y="0"/>
            <a:ext cx="12213201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6">
            <a:extLst>
              <a:ext uri="{FF2B5EF4-FFF2-40B4-BE49-F238E27FC236}">
                <a16:creationId xmlns:a16="http://schemas.microsoft.com/office/drawing/2014/main" id="{E28056C0-0114-2E00-4276-EF985D3BE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813"/>
            <a:ext cx="12191996" cy="6850383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023273-7B25-FFD7-2795-C3729636533B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B0BA1063-9FC7-21AB-838F-B346AE0E5D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2629" y="0"/>
            <a:ext cx="12277255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FB087DB6-5D87-52EE-B481-F95C4DBB56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033E41AD-1DB2-D972-4F9B-BE35BE8F13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C205AB18-BA30-FD68-76FB-BA13B193B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996" cy="6858000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</Words>
  <Application>Microsoft Office PowerPoint</Application>
  <PresentationFormat>Widescreen</PresentationFormat>
  <Paragraphs>1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Mihai Marinescu</dc:creator>
  <cp:lastModifiedBy>Mihai Marinescu</cp:lastModifiedBy>
  <cp:revision>1</cp:revision>
  <dcterms:created xsi:type="dcterms:W3CDTF">2026-04-24T23:53:20Z</dcterms:created>
  <dcterms:modified xsi:type="dcterms:W3CDTF">2026-04-25T00:24:15Z</dcterms:modified>
</cp:coreProperties>
</file>